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DC434-B63F-40F3-8E8F-1E39985BA05E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BA03C-A144-4E7A-9527-38EF49F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4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DC434-B63F-40F3-8E8F-1E39985BA05E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BA03C-A144-4E7A-9527-38EF49F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25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DC434-B63F-40F3-8E8F-1E39985BA05E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BA03C-A144-4E7A-9527-38EF49F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95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DC434-B63F-40F3-8E8F-1E39985BA05E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BA03C-A144-4E7A-9527-38EF49F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1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DC434-B63F-40F3-8E8F-1E39985BA05E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BA03C-A144-4E7A-9527-38EF49F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9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DC434-B63F-40F3-8E8F-1E39985BA05E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BA03C-A144-4E7A-9527-38EF49F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3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DC434-B63F-40F3-8E8F-1E39985BA05E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BA03C-A144-4E7A-9527-38EF49F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69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DC434-B63F-40F3-8E8F-1E39985BA05E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BA03C-A144-4E7A-9527-38EF49F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35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DC434-B63F-40F3-8E8F-1E39985BA05E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BA03C-A144-4E7A-9527-38EF49F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DC434-B63F-40F3-8E8F-1E39985BA05E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BA03C-A144-4E7A-9527-38EF49F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11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DC434-B63F-40F3-8E8F-1E39985BA05E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BA03C-A144-4E7A-9527-38EF49F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03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DC434-B63F-40F3-8E8F-1E39985BA05E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BA03C-A144-4E7A-9527-38EF49F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2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 Coverage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©2018 ITC Infotech. All Rights Reserved.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66608" y="1193801"/>
            <a:ext cx="1125228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	Objective 						                Tools/Framework 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r>
              <a:rPr lang="en-US" b="1" dirty="0"/>
              <a:t>	Scenario							Key Benefits 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529331" y="1793875"/>
            <a:ext cx="3726206" cy="1479412"/>
          </a:xfrm>
          <a:prstGeom prst="roundRect">
            <a:avLst>
              <a:gd name="adj" fmla="val 3379"/>
            </a:avLst>
          </a:prstGeom>
          <a:solidFill>
            <a:srgbClr val="FFFFFF"/>
          </a:solidFill>
          <a:ln w="952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lvl="1" fontAlgn="ctr">
              <a:defRPr/>
            </a:pPr>
            <a:r>
              <a:rPr lang="en-US" sz="1600" kern="0" dirty="0" smtClean="0">
                <a:ln w="0"/>
                <a:ea typeface="Segoe UI" panose="020B0502040204020203" pitchFamily="34" charset="0"/>
                <a:cs typeface="Calibri" panose="020F0502020204030204" pitchFamily="34" charset="0"/>
              </a:rPr>
              <a:t>To automate </a:t>
            </a:r>
            <a:r>
              <a:rPr lang="en-US" sz="1600" kern="0" dirty="0" err="1" smtClean="0">
                <a:ln w="0"/>
                <a:ea typeface="Segoe UI" panose="020B0502040204020203" pitchFamily="34" charset="0"/>
                <a:cs typeface="Calibri" panose="020F0502020204030204" pitchFamily="34" charset="0"/>
              </a:rPr>
              <a:t>Andriod</a:t>
            </a:r>
            <a:r>
              <a:rPr lang="en-US" sz="1600" kern="0" dirty="0" smtClean="0">
                <a:ln w="0"/>
                <a:ea typeface="Segoe UI" panose="020B0502040204020203" pitchFamily="34" charset="0"/>
                <a:cs typeface="Calibri" panose="020F0502020204030204" pitchFamily="34" charset="0"/>
              </a:rPr>
              <a:t> Native app using </a:t>
            </a:r>
            <a:r>
              <a:rPr lang="en-US" sz="1600" kern="0" dirty="0" err="1" smtClean="0">
                <a:ln w="0"/>
                <a:ea typeface="Segoe UI" panose="020B0502040204020203" pitchFamily="34" charset="0"/>
                <a:cs typeface="Calibri" panose="020F0502020204030204" pitchFamily="34" charset="0"/>
              </a:rPr>
              <a:t>appium</a:t>
            </a:r>
            <a:endParaRPr lang="en-US" sz="1600" kern="0" dirty="0">
              <a:solidFill>
                <a:srgbClr val="000000"/>
              </a:solidFill>
              <a:latin typeface="+mj-lt"/>
              <a:ea typeface="Segoe UI" panose="020B0502040204020203" pitchFamily="34" charset="0"/>
              <a:cs typeface="Calibri" panose="020F0502020204030204" pitchFamily="34" charset="0"/>
            </a:endParaRPr>
          </a:p>
          <a:p>
            <a:pPr marL="0" lvl="1" fontAlgn="ctr">
              <a:defRPr/>
            </a:pPr>
            <a:endParaRPr lang="en-US" sz="1300" kern="0" dirty="0">
              <a:solidFill>
                <a:srgbClr val="000000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31" y="1137153"/>
            <a:ext cx="499994" cy="49863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17" y="3534459"/>
            <a:ext cx="729423" cy="60338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29331" y="4246511"/>
            <a:ext cx="3726206" cy="2025602"/>
          </a:xfrm>
          <a:prstGeom prst="roundRect">
            <a:avLst>
              <a:gd name="adj" fmla="val 3379"/>
            </a:avLst>
          </a:prstGeom>
          <a:solidFill>
            <a:srgbClr val="FFFFFF"/>
          </a:solidFill>
          <a:ln w="952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lvl="1" fontAlgn="ctr">
              <a:defRPr/>
            </a:pPr>
            <a:r>
              <a:rPr lang="en-US" sz="1300" kern="0" dirty="0" smtClean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To Automate booking flow till payment page with parallel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31956" y="4239075"/>
            <a:ext cx="3726206" cy="2089687"/>
          </a:xfrm>
          <a:prstGeom prst="roundRect">
            <a:avLst>
              <a:gd name="adj" fmla="val 3379"/>
            </a:avLst>
          </a:prstGeom>
          <a:solidFill>
            <a:srgbClr val="FFFFFF"/>
          </a:solidFill>
          <a:ln w="952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285750" lvl="1" indent="-285750" fontAlgn="ctr">
              <a:buFont typeface="Wingdings" panose="05000000000000000000" pitchFamily="2" charset="2"/>
              <a:buChar char="Ø"/>
              <a:defRPr/>
            </a:pPr>
            <a:r>
              <a:rPr lang="en-US" sz="1300" kern="0" dirty="0" smtClean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Generic </a:t>
            </a:r>
            <a:r>
              <a:rPr lang="en-US" sz="1300" kern="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automation suite for </a:t>
            </a:r>
            <a:r>
              <a:rPr lang="en-US" sz="1300" kern="0" dirty="0" smtClean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mobile applications</a:t>
            </a:r>
          </a:p>
          <a:p>
            <a:pPr marL="285750" lvl="1" indent="-285750" fontAlgn="ctr">
              <a:buFont typeface="Wingdings" panose="05000000000000000000" pitchFamily="2" charset="2"/>
              <a:buChar char="Ø"/>
              <a:defRPr/>
            </a:pPr>
            <a:r>
              <a:rPr lang="en-US" sz="1300" kern="0" dirty="0" smtClean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Parallel execution </a:t>
            </a:r>
            <a:endParaRPr lang="en-US" sz="1300" kern="0" dirty="0">
              <a:solidFill>
                <a:srgbClr val="000000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47497" y="1668112"/>
            <a:ext cx="3726206" cy="1479412"/>
          </a:xfrm>
          <a:prstGeom prst="roundRect">
            <a:avLst>
              <a:gd name="adj" fmla="val 3379"/>
            </a:avLst>
          </a:prstGeom>
          <a:solidFill>
            <a:srgbClr val="FFFFFF"/>
          </a:solidFill>
          <a:ln w="9525" cap="flat" cmpd="sng" algn="ctr">
            <a:solidFill>
              <a:srgbClr val="F79646">
                <a:lumMod val="60000"/>
                <a:lumOff val="4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285750" lvl="1" indent="-285750" fontAlgn="ctr">
              <a:buFont typeface="Wingdings" panose="05000000000000000000" pitchFamily="2" charset="2"/>
              <a:buChar char="Ø"/>
              <a:defRPr/>
            </a:pPr>
            <a:r>
              <a:rPr lang="en-US" sz="1300" kern="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Java </a:t>
            </a:r>
            <a:r>
              <a:rPr lang="en-US" sz="1300" kern="0" dirty="0" smtClean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1.8.x</a:t>
            </a:r>
            <a:endParaRPr lang="en-US" sz="1300" kern="0" dirty="0">
              <a:solidFill>
                <a:srgbClr val="000000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 fontAlgn="ctr">
              <a:buFont typeface="Wingdings" panose="05000000000000000000" pitchFamily="2" charset="2"/>
              <a:buChar char="Ø"/>
              <a:defRPr/>
            </a:pPr>
            <a:r>
              <a:rPr lang="en-US" sz="1300" kern="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Eclipse </a:t>
            </a:r>
            <a:r>
              <a:rPr lang="en-US" sz="1300" kern="0" dirty="0" smtClean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Oxygen</a:t>
            </a:r>
            <a:endParaRPr lang="en-US" sz="1300" kern="0" dirty="0">
              <a:solidFill>
                <a:srgbClr val="000000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 fontAlgn="ctr">
              <a:buFont typeface="Wingdings" panose="05000000000000000000" pitchFamily="2" charset="2"/>
              <a:buChar char="Ø"/>
              <a:defRPr/>
            </a:pPr>
            <a:r>
              <a:rPr lang="en-US" sz="1300" kern="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Apache </a:t>
            </a:r>
            <a:r>
              <a:rPr lang="en-US" sz="1300" kern="0" dirty="0" smtClean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POI</a:t>
            </a:r>
          </a:p>
          <a:p>
            <a:pPr marL="285750" lvl="1" indent="-285750" fontAlgn="ctr">
              <a:buFont typeface="Wingdings" panose="05000000000000000000" pitchFamily="2" charset="2"/>
              <a:buChar char="Ø"/>
              <a:defRPr/>
            </a:pPr>
            <a:r>
              <a:rPr lang="en-US" sz="1300" kern="0" dirty="0" err="1" smtClean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Appium</a:t>
            </a:r>
            <a:endParaRPr lang="en-US" sz="1300" kern="0" dirty="0" smtClean="0">
              <a:solidFill>
                <a:srgbClr val="000000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 fontAlgn="ctr">
              <a:buFont typeface="Wingdings" panose="05000000000000000000" pitchFamily="2" charset="2"/>
              <a:buChar char="Ø"/>
              <a:defRPr/>
            </a:pPr>
            <a:r>
              <a:rPr lang="en-US" sz="1300" kern="0" dirty="0" smtClean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Node/Hub</a:t>
            </a:r>
          </a:p>
          <a:p>
            <a:pPr marL="285750" lvl="1" indent="-285750" fontAlgn="ctr">
              <a:buFont typeface="Wingdings" panose="05000000000000000000" pitchFamily="2" charset="2"/>
              <a:buChar char="Ø"/>
              <a:defRPr/>
            </a:pPr>
            <a:r>
              <a:rPr lang="en-US" sz="1300" kern="0" dirty="0" err="1" smtClean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Testng</a:t>
            </a:r>
            <a:endParaRPr lang="en-US" sz="1300" kern="0" dirty="0">
              <a:solidFill>
                <a:srgbClr val="000000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 fontAlgn="ctr">
              <a:buFont typeface="Wingdings" panose="05000000000000000000" pitchFamily="2" charset="2"/>
              <a:buChar char="Ø"/>
              <a:defRPr/>
            </a:pPr>
            <a:endParaRPr lang="en-US" sz="1300" kern="0" dirty="0">
              <a:solidFill>
                <a:srgbClr val="000000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957" y="1086434"/>
            <a:ext cx="657225" cy="600075"/>
          </a:xfrm>
          <a:prstGeom prst="rect">
            <a:avLst/>
          </a:prstGeom>
        </p:spPr>
      </p:pic>
      <p:pic>
        <p:nvPicPr>
          <p:cNvPr id="14" name="Picture 10" descr="gifts ico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957" y="3397389"/>
            <a:ext cx="657225" cy="74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686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46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Wingdings</vt:lpstr>
      <vt:lpstr>Office Theme</vt:lpstr>
      <vt:lpstr>Demo Coverage</vt:lpstr>
    </vt:vector>
  </TitlesOfParts>
  <Company>ITC Infotech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 Sanity Url checks</dc:title>
  <dc:creator>Kumar Vikash</dc:creator>
  <cp:lastModifiedBy>Kumar Vikash</cp:lastModifiedBy>
  <cp:revision>11</cp:revision>
  <dcterms:created xsi:type="dcterms:W3CDTF">2018-10-22T12:45:57Z</dcterms:created>
  <dcterms:modified xsi:type="dcterms:W3CDTF">2019-01-21T12:00:20Z</dcterms:modified>
</cp:coreProperties>
</file>