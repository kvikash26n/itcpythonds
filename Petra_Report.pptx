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43" autoAdjust="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1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0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1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3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9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3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5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02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7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2D447-3BB4-4C7D-A2D8-CD5B5289A215}" type="datetimeFigureOut">
              <a:rPr lang="en-US" smtClean="0"/>
              <a:t>12/12/2018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7FC2-3B9F-43BC-8CE1-D57E4BA1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0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19500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Salient Features of Petra </a:t>
            </a:r>
            <a:r>
              <a:rPr lang="en-US" sz="2800" b="1" dirty="0" smtClean="0">
                <a:solidFill>
                  <a:schemeClr val="accent2"/>
                </a:solidFill>
              </a:rPr>
              <a:t>Report</a:t>
            </a:r>
            <a:r>
              <a:rPr lang="en-US" sz="2800" b="1" dirty="0" smtClean="0">
                <a:solidFill>
                  <a:schemeClr val="accent2"/>
                </a:solidFill>
              </a:rPr>
              <a:t> Validation</a:t>
            </a:r>
            <a:r>
              <a:rPr lang="en-US" sz="2800" b="1" dirty="0" smtClean="0">
                <a:solidFill>
                  <a:schemeClr val="accent2"/>
                </a:solidFill>
              </a:rPr>
              <a:t/>
            </a:r>
            <a:br>
              <a:rPr lang="en-US" sz="2800" b="1" dirty="0" smtClean="0">
                <a:solidFill>
                  <a:schemeClr val="accent2"/>
                </a:solidFill>
              </a:rPr>
            </a:br>
            <a:r>
              <a:rPr lang="en-US" sz="2800" b="1" dirty="0" smtClean="0">
                <a:solidFill>
                  <a:schemeClr val="accent2"/>
                </a:solidFill>
              </a:rPr>
              <a:t/>
            </a:r>
            <a:br>
              <a:rPr lang="en-US" sz="2800" b="1" dirty="0" smtClean="0">
                <a:solidFill>
                  <a:schemeClr val="accent2"/>
                </a:solidFill>
              </a:rPr>
            </a:b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22363"/>
            <a:ext cx="9144000" cy="4135437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US" sz="1800" dirty="0" smtClean="0"/>
          </a:p>
          <a:p>
            <a:r>
              <a:rPr lang="en-US" sz="1800" dirty="0" smtClean="0"/>
              <a:t>To provide reusability for every Checks</a:t>
            </a:r>
          </a:p>
          <a:p>
            <a:r>
              <a:rPr lang="en-US" sz="1800" dirty="0" smtClean="0"/>
              <a:t>All checks reported to excel file format</a:t>
            </a:r>
          </a:p>
          <a:p>
            <a:r>
              <a:rPr lang="en-US" sz="1800" dirty="0" smtClean="0"/>
              <a:t>Every defined Configuration is being mapped to their data file.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err="1" smtClean="0"/>
              <a:t>Config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					   	Data file			</a:t>
            </a:r>
          </a:p>
          <a:p>
            <a:r>
              <a:rPr lang="en-US" sz="1800" dirty="0" smtClean="0"/>
              <a:t>Report Dashboard provides summary and file’s hyperlink to iterate their detailed report.</a:t>
            </a:r>
          </a:p>
          <a:p>
            <a:r>
              <a:rPr lang="en-US" sz="1800" dirty="0" smtClean="0"/>
              <a:t>Detailed report provides all checks analysis like primary key, columns &amp; null value validation.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5" name="Elbow Connector 4"/>
          <p:cNvCxnSpPr/>
          <p:nvPr/>
        </p:nvCxnSpPr>
        <p:spPr>
          <a:xfrm>
            <a:off x="6705600" y="2784764"/>
            <a:ext cx="637312" cy="290948"/>
          </a:xfrm>
          <a:prstGeom prst="bentConnector3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75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338346" y="2590793"/>
            <a:ext cx="7086600" cy="195349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2552" y="1031343"/>
            <a:ext cx="9802394" cy="685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solidFill>
                  <a:schemeClr val="accent2"/>
                </a:solidFill>
              </a:rPr>
              <a:t>	Functional </a:t>
            </a:r>
            <a:r>
              <a:rPr lang="en-US" sz="2800" b="1" dirty="0">
                <a:solidFill>
                  <a:schemeClr val="accent2"/>
                </a:solidFill>
              </a:rPr>
              <a:t>Flow of Petra Precursory Checks Tool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42411" y="2814782"/>
            <a:ext cx="1219200" cy="1302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Select Input Folder 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2046" y="2814782"/>
            <a:ext cx="1219200" cy="1302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Select Report Folder 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47743" y="2814782"/>
            <a:ext cx="1219200" cy="1302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Click On RUN Button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-193421" y="2669449"/>
            <a:ext cx="2036076" cy="1796186"/>
            <a:chOff x="-1980731" y="851702"/>
            <a:chExt cx="4032450" cy="5305614"/>
          </a:xfrm>
        </p:grpSpPr>
        <p:sp>
          <p:nvSpPr>
            <p:cNvPr id="25" name="Pie 24"/>
            <p:cNvSpPr/>
            <p:nvPr/>
          </p:nvSpPr>
          <p:spPr bwMode="auto">
            <a:xfrm rot="5400000">
              <a:off x="-2617313" y="1488284"/>
              <a:ext cx="5305614" cy="4032450"/>
            </a:xfrm>
            <a:prstGeom prst="pie">
              <a:avLst>
                <a:gd name="adj1" fmla="val 10808595"/>
                <a:gd name="adj2" fmla="val 21588689"/>
              </a:avLst>
            </a:prstGeom>
            <a:gradFill>
              <a:gsLst>
                <a:gs pos="98000">
                  <a:srgbClr val="516036"/>
                </a:gs>
                <a:gs pos="33000">
                  <a:srgbClr val="A0C684"/>
                </a:gs>
                <a:gs pos="0">
                  <a:srgbClr val="606B39"/>
                </a:gs>
              </a:gsLst>
              <a:lin ang="9000000" scaled="0"/>
            </a:gra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 extrusionH="76200" contourW="12700" prstMaterial="flat">
              <a:bevelB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square" anchor="ctr">
              <a:noAutofit/>
            </a:bodyPr>
            <a:lstStyle/>
            <a:p>
              <a:pPr marL="0" lvl="1" fontAlgn="auto">
                <a:spcBef>
                  <a:spcPts val="600"/>
                </a:spcBef>
                <a:spcAft>
                  <a:spcPts val="600"/>
                </a:spcAft>
                <a:defRPr/>
              </a:pPr>
              <a:endParaRPr lang="en-US" sz="1100" b="0" dirty="0">
                <a:latin typeface="+mn-lt"/>
                <a:cs typeface="Calibri" pitchFamily="34" charset="0"/>
              </a:endParaRPr>
            </a:p>
          </p:txBody>
        </p:sp>
        <p:sp>
          <p:nvSpPr>
            <p:cNvPr id="26" name="Rectangle 42"/>
            <p:cNvSpPr/>
            <p:nvPr/>
          </p:nvSpPr>
          <p:spPr bwMode="auto">
            <a:xfrm>
              <a:off x="9319" y="1260560"/>
              <a:ext cx="1906793" cy="4260484"/>
            </a:xfrm>
            <a:custGeom>
              <a:avLst/>
              <a:gdLst>
                <a:gd name="connsiteX0" fmla="*/ 0 w 2312664"/>
                <a:gd name="connsiteY0" fmla="*/ 2024347 h 4048693"/>
                <a:gd name="connsiteX1" fmla="*/ 1156332 w 2312664"/>
                <a:gd name="connsiteY1" fmla="*/ 0 h 4048693"/>
                <a:gd name="connsiteX2" fmla="*/ 2312664 w 2312664"/>
                <a:gd name="connsiteY2" fmla="*/ 2024347 h 4048693"/>
                <a:gd name="connsiteX3" fmla="*/ 1156332 w 2312664"/>
                <a:gd name="connsiteY3" fmla="*/ 4048694 h 4048693"/>
                <a:gd name="connsiteX4" fmla="*/ 0 w 2312664"/>
                <a:gd name="connsiteY4" fmla="*/ 2024347 h 4048693"/>
                <a:gd name="connsiteX0" fmla="*/ 0 w 2312664"/>
                <a:gd name="connsiteY0" fmla="*/ 2024347 h 4048694"/>
                <a:gd name="connsiteX1" fmla="*/ 1156332 w 2312664"/>
                <a:gd name="connsiteY1" fmla="*/ 0 h 4048694"/>
                <a:gd name="connsiteX2" fmla="*/ 2312664 w 2312664"/>
                <a:gd name="connsiteY2" fmla="*/ 2024347 h 4048694"/>
                <a:gd name="connsiteX3" fmla="*/ 1156332 w 2312664"/>
                <a:gd name="connsiteY3" fmla="*/ 4048694 h 4048694"/>
                <a:gd name="connsiteX4" fmla="*/ 0 w 2312664"/>
                <a:gd name="connsiteY4" fmla="*/ 2024347 h 4048694"/>
                <a:gd name="connsiteX0" fmla="*/ 0 w 1884647"/>
                <a:gd name="connsiteY0" fmla="*/ 2024347 h 4048694"/>
                <a:gd name="connsiteX1" fmla="*/ 728315 w 1884647"/>
                <a:gd name="connsiteY1" fmla="*/ 0 h 4048694"/>
                <a:gd name="connsiteX2" fmla="*/ 1884647 w 1884647"/>
                <a:gd name="connsiteY2" fmla="*/ 2024347 h 4048694"/>
                <a:gd name="connsiteX3" fmla="*/ 728315 w 1884647"/>
                <a:gd name="connsiteY3" fmla="*/ 4048694 h 4048694"/>
                <a:gd name="connsiteX4" fmla="*/ 0 w 1884647"/>
                <a:gd name="connsiteY4" fmla="*/ 2024347 h 4048694"/>
                <a:gd name="connsiteX0" fmla="*/ 16477 w 1901124"/>
                <a:gd name="connsiteY0" fmla="*/ 2025698 h 4050045"/>
                <a:gd name="connsiteX1" fmla="*/ 744792 w 1901124"/>
                <a:gd name="connsiteY1" fmla="*/ 1351 h 4050045"/>
                <a:gd name="connsiteX2" fmla="*/ 1901124 w 1901124"/>
                <a:gd name="connsiteY2" fmla="*/ 2025698 h 4050045"/>
                <a:gd name="connsiteX3" fmla="*/ 744792 w 1901124"/>
                <a:gd name="connsiteY3" fmla="*/ 4050045 h 4050045"/>
                <a:gd name="connsiteX4" fmla="*/ 16477 w 1901124"/>
                <a:gd name="connsiteY4" fmla="*/ 2025698 h 4050045"/>
                <a:gd name="connsiteX0" fmla="*/ 16477 w 1901124"/>
                <a:gd name="connsiteY0" fmla="*/ 2025698 h 4063658"/>
                <a:gd name="connsiteX1" fmla="*/ 744792 w 1901124"/>
                <a:gd name="connsiteY1" fmla="*/ 1351 h 4063658"/>
                <a:gd name="connsiteX2" fmla="*/ 1901124 w 1901124"/>
                <a:gd name="connsiteY2" fmla="*/ 2025698 h 4063658"/>
                <a:gd name="connsiteX3" fmla="*/ 744792 w 1901124"/>
                <a:gd name="connsiteY3" fmla="*/ 4050045 h 4063658"/>
                <a:gd name="connsiteX4" fmla="*/ 16477 w 1901124"/>
                <a:gd name="connsiteY4" fmla="*/ 2025698 h 4063658"/>
                <a:gd name="connsiteX0" fmla="*/ 16999 w 1901646"/>
                <a:gd name="connsiteY0" fmla="*/ 2082938 h 4120898"/>
                <a:gd name="connsiteX1" fmla="*/ 725859 w 1901646"/>
                <a:gd name="connsiteY1" fmla="*/ 225 h 4120898"/>
                <a:gd name="connsiteX2" fmla="*/ 1901646 w 1901646"/>
                <a:gd name="connsiteY2" fmla="*/ 2082938 h 4120898"/>
                <a:gd name="connsiteX3" fmla="*/ 745314 w 1901646"/>
                <a:gd name="connsiteY3" fmla="*/ 4107285 h 4120898"/>
                <a:gd name="connsiteX4" fmla="*/ 16999 w 1901646"/>
                <a:gd name="connsiteY4" fmla="*/ 2082938 h 4120898"/>
                <a:gd name="connsiteX0" fmla="*/ 16999 w 1901646"/>
                <a:gd name="connsiteY0" fmla="*/ 2092554 h 4130514"/>
                <a:gd name="connsiteX1" fmla="*/ 725859 w 1901646"/>
                <a:gd name="connsiteY1" fmla="*/ 9841 h 4130514"/>
                <a:gd name="connsiteX2" fmla="*/ 1901646 w 1901646"/>
                <a:gd name="connsiteY2" fmla="*/ 2092554 h 4130514"/>
                <a:gd name="connsiteX3" fmla="*/ 745314 w 1901646"/>
                <a:gd name="connsiteY3" fmla="*/ 4116901 h 4130514"/>
                <a:gd name="connsiteX4" fmla="*/ 16999 w 1901646"/>
                <a:gd name="connsiteY4" fmla="*/ 2092554 h 4130514"/>
                <a:gd name="connsiteX0" fmla="*/ 17272 w 1901919"/>
                <a:gd name="connsiteY0" fmla="*/ 2129877 h 4167837"/>
                <a:gd name="connsiteX1" fmla="*/ 716404 w 1901919"/>
                <a:gd name="connsiteY1" fmla="*/ 8254 h 4167837"/>
                <a:gd name="connsiteX2" fmla="*/ 1901919 w 1901919"/>
                <a:gd name="connsiteY2" fmla="*/ 2129877 h 4167837"/>
                <a:gd name="connsiteX3" fmla="*/ 745587 w 1901919"/>
                <a:gd name="connsiteY3" fmla="*/ 4154224 h 4167837"/>
                <a:gd name="connsiteX4" fmla="*/ 17272 w 1901919"/>
                <a:gd name="connsiteY4" fmla="*/ 2129877 h 4167837"/>
                <a:gd name="connsiteX0" fmla="*/ 22146 w 1906793"/>
                <a:gd name="connsiteY0" fmla="*/ 2135597 h 4173557"/>
                <a:gd name="connsiteX1" fmla="*/ 721278 w 1906793"/>
                <a:gd name="connsiteY1" fmla="*/ 13974 h 4173557"/>
                <a:gd name="connsiteX2" fmla="*/ 1906793 w 1906793"/>
                <a:gd name="connsiteY2" fmla="*/ 2135597 h 4173557"/>
                <a:gd name="connsiteX3" fmla="*/ 750461 w 1906793"/>
                <a:gd name="connsiteY3" fmla="*/ 4159944 h 4173557"/>
                <a:gd name="connsiteX4" fmla="*/ 22146 w 1906793"/>
                <a:gd name="connsiteY4" fmla="*/ 2135597 h 4173557"/>
                <a:gd name="connsiteX0" fmla="*/ 22146 w 1906793"/>
                <a:gd name="connsiteY0" fmla="*/ 2222524 h 4260484"/>
                <a:gd name="connsiteX1" fmla="*/ 721278 w 1906793"/>
                <a:gd name="connsiteY1" fmla="*/ 10466 h 4260484"/>
                <a:gd name="connsiteX2" fmla="*/ 1906793 w 1906793"/>
                <a:gd name="connsiteY2" fmla="*/ 2222524 h 4260484"/>
                <a:gd name="connsiteX3" fmla="*/ 750461 w 1906793"/>
                <a:gd name="connsiteY3" fmla="*/ 4246871 h 4260484"/>
                <a:gd name="connsiteX4" fmla="*/ 22146 w 1906793"/>
                <a:gd name="connsiteY4" fmla="*/ 2222524 h 42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6793" h="4260484">
                  <a:moveTo>
                    <a:pt x="22146" y="2222524"/>
                  </a:moveTo>
                  <a:cubicBezTo>
                    <a:pt x="-94586" y="73376"/>
                    <a:pt x="266494" y="-48541"/>
                    <a:pt x="721278" y="10466"/>
                  </a:cubicBezTo>
                  <a:cubicBezTo>
                    <a:pt x="1176062" y="69473"/>
                    <a:pt x="1906793" y="1104508"/>
                    <a:pt x="1906793" y="2222524"/>
                  </a:cubicBezTo>
                  <a:cubicBezTo>
                    <a:pt x="1906793" y="3340540"/>
                    <a:pt x="1064569" y="4246871"/>
                    <a:pt x="750461" y="4246871"/>
                  </a:cubicBezTo>
                  <a:cubicBezTo>
                    <a:pt x="436353" y="4246871"/>
                    <a:pt x="138878" y="4556498"/>
                    <a:pt x="22146" y="2222524"/>
                  </a:cubicBezTo>
                  <a:close/>
                </a:path>
              </a:pathLst>
            </a:custGeom>
            <a:gradFill flip="none" rotWithShape="1">
              <a:gsLst>
                <a:gs pos="73000">
                  <a:srgbClr val="E2E4DD">
                    <a:alpha val="0"/>
                  </a:srgbClr>
                </a:gs>
                <a:gs pos="26000">
                  <a:schemeClr val="bg1">
                    <a:alpha val="0"/>
                  </a:schemeClr>
                </a:gs>
                <a:gs pos="1000">
                  <a:schemeClr val="bg1"/>
                </a:gs>
              </a:gsLst>
              <a:lin ang="72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2" charset="0"/>
                <a:ea typeface="ＭＳ Ｐゴシック" pitchFamily="-12" charset="-128"/>
                <a:cs typeface="ＭＳ Ｐゴシック" pitchFamily="-12" charset="-128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658420" y="3252536"/>
            <a:ext cx="12110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lt1"/>
                </a:solidFill>
              </a:rPr>
              <a:t>Petra Precursory Check</a:t>
            </a:r>
          </a:p>
          <a:p>
            <a:pPr algn="ctr"/>
            <a:endParaRPr lang="en-US" sz="1400" b="1" dirty="0" smtClean="0">
              <a:solidFill>
                <a:schemeClr val="lt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720" y="5308562"/>
            <a:ext cx="104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lt1"/>
                </a:solidFill>
              </a:rPr>
              <a:t>Generate Flat File</a:t>
            </a:r>
            <a:endParaRPr lang="en-US" sz="1400" b="1" dirty="0">
              <a:solidFill>
                <a:schemeClr val="lt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7728457" y="3464223"/>
            <a:ext cx="833652" cy="17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293221" y="3464223"/>
            <a:ext cx="833652" cy="1732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95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12587" y="2967335"/>
            <a:ext cx="3166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 you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500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50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ＭＳ Ｐゴシック</vt:lpstr>
      <vt:lpstr>Arial</vt:lpstr>
      <vt:lpstr>Calibri</vt:lpstr>
      <vt:lpstr>Calibri Light</vt:lpstr>
      <vt:lpstr>Wingdings</vt:lpstr>
      <vt:lpstr>Office Theme</vt:lpstr>
      <vt:lpstr>Salient Features of Petra Report Validation  </vt:lpstr>
      <vt:lpstr> Functional Flow of Petra Precursory Checks Tool</vt:lpstr>
      <vt:lpstr>PowerPoint Presentation</vt:lpstr>
    </vt:vector>
  </TitlesOfParts>
  <Company>ITC Infotech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Salient Features of Petra Precursory Checks Tool</dc:title>
  <dc:creator>Kumar Vikash</dc:creator>
  <cp:lastModifiedBy>Kumar Vikash</cp:lastModifiedBy>
  <cp:revision>12</cp:revision>
  <dcterms:created xsi:type="dcterms:W3CDTF">2018-12-11T12:59:52Z</dcterms:created>
  <dcterms:modified xsi:type="dcterms:W3CDTF">2018-12-12T19:12:43Z</dcterms:modified>
</cp:coreProperties>
</file>